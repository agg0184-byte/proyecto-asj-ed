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4320000" cx="7560000"/>
  <p:notesSz cx="6858000" cy="9144000"/>
  <p:embeddedFontLst>
    <p:embeddedFont>
      <p:font typeface="Open Sans SemiBold"/>
      <p:regular r:id="rId21"/>
      <p:bold r:id="rId22"/>
      <p:italic r:id="rId23"/>
      <p:boldItalic r:id="rId24"/>
    </p:embeddedFont>
    <p:embeddedFont>
      <p:font typeface="Open Sans ExtraBold"/>
      <p:bold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361">
          <p15:clr>
            <a:srgbClr val="A4A3A4"/>
          </p15:clr>
        </p15:guide>
        <p15:guide id="2" pos="238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361" orient="horz"/>
        <p:guide pos="2381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OpenSansSemiBold-bold.fntdata"/><Relationship Id="rId21" Type="http://schemas.openxmlformats.org/officeDocument/2006/relationships/font" Target="fonts/OpenSansSemiBold-regular.fntdata"/><Relationship Id="rId24" Type="http://schemas.openxmlformats.org/officeDocument/2006/relationships/font" Target="fonts/OpenSansSemiBold-boldItalic.fntdata"/><Relationship Id="rId23" Type="http://schemas.openxmlformats.org/officeDocument/2006/relationships/font" Target="fonts/OpenSansSemiBold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ExtraBold-boldItalic.fntdata"/><Relationship Id="rId25" Type="http://schemas.openxmlformats.org/officeDocument/2006/relationships/font" Target="fonts/OpenSansExtra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428927" y="685800"/>
            <a:ext cx="6000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428927" y="685800"/>
            <a:ext cx="6000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dda968a33a_0_51:notes"/>
          <p:cNvSpPr/>
          <p:nvPr>
            <p:ph idx="2" type="sldImg"/>
          </p:nvPr>
        </p:nvSpPr>
        <p:spPr>
          <a:xfrm>
            <a:off x="428925" y="685800"/>
            <a:ext cx="6000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dda968a33a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da968a33a_0_58:notes"/>
          <p:cNvSpPr/>
          <p:nvPr>
            <p:ph idx="2" type="sldImg"/>
          </p:nvPr>
        </p:nvSpPr>
        <p:spPr>
          <a:xfrm>
            <a:off x="428925" y="685800"/>
            <a:ext cx="6000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dda968a33a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da968a33a_0_66:notes"/>
          <p:cNvSpPr/>
          <p:nvPr>
            <p:ph idx="2" type="sldImg"/>
          </p:nvPr>
        </p:nvSpPr>
        <p:spPr>
          <a:xfrm>
            <a:off x="428925" y="685800"/>
            <a:ext cx="6000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dda968a33a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da968a33a_0_74:notes"/>
          <p:cNvSpPr/>
          <p:nvPr>
            <p:ph idx="2" type="sldImg"/>
          </p:nvPr>
        </p:nvSpPr>
        <p:spPr>
          <a:xfrm>
            <a:off x="428925" y="685800"/>
            <a:ext cx="6000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dda968a33a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da968a33a_0_80:notes"/>
          <p:cNvSpPr/>
          <p:nvPr>
            <p:ph idx="2" type="sldImg"/>
          </p:nvPr>
        </p:nvSpPr>
        <p:spPr>
          <a:xfrm>
            <a:off x="428925" y="685800"/>
            <a:ext cx="6000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da968a33a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da968a33a_0_84:notes"/>
          <p:cNvSpPr/>
          <p:nvPr>
            <p:ph idx="2" type="sldImg"/>
          </p:nvPr>
        </p:nvSpPr>
        <p:spPr>
          <a:xfrm>
            <a:off x="428925" y="685800"/>
            <a:ext cx="6000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dda968a33a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da968a33a_0_89:notes"/>
          <p:cNvSpPr/>
          <p:nvPr>
            <p:ph idx="2" type="sldImg"/>
          </p:nvPr>
        </p:nvSpPr>
        <p:spPr>
          <a:xfrm>
            <a:off x="428925" y="685800"/>
            <a:ext cx="6000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dda968a33a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dda968a33a_0_93:notes"/>
          <p:cNvSpPr/>
          <p:nvPr>
            <p:ph idx="2" type="sldImg"/>
          </p:nvPr>
        </p:nvSpPr>
        <p:spPr>
          <a:xfrm>
            <a:off x="428925" y="685800"/>
            <a:ext cx="6000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dda968a33a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da968a33a_0_97:notes"/>
          <p:cNvSpPr/>
          <p:nvPr>
            <p:ph idx="2" type="sldImg"/>
          </p:nvPr>
        </p:nvSpPr>
        <p:spPr>
          <a:xfrm>
            <a:off x="428925" y="685800"/>
            <a:ext cx="6000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dda968a33a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da968a33a_0_103:notes"/>
          <p:cNvSpPr/>
          <p:nvPr>
            <p:ph idx="2" type="sldImg"/>
          </p:nvPr>
        </p:nvSpPr>
        <p:spPr>
          <a:xfrm>
            <a:off x="428925" y="685800"/>
            <a:ext cx="6000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dda968a33a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da968a33a_0_107:notes"/>
          <p:cNvSpPr/>
          <p:nvPr>
            <p:ph idx="2" type="sldImg"/>
          </p:nvPr>
        </p:nvSpPr>
        <p:spPr>
          <a:xfrm>
            <a:off x="428925" y="685800"/>
            <a:ext cx="6000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dda968a33a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dda968a33a_0_113:notes"/>
          <p:cNvSpPr/>
          <p:nvPr>
            <p:ph idx="2" type="sldImg"/>
          </p:nvPr>
        </p:nvSpPr>
        <p:spPr>
          <a:xfrm>
            <a:off x="428925" y="685800"/>
            <a:ext cx="6000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dda968a33a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dda968a33a_0_119:notes"/>
          <p:cNvSpPr/>
          <p:nvPr>
            <p:ph idx="2" type="sldImg"/>
          </p:nvPr>
        </p:nvSpPr>
        <p:spPr>
          <a:xfrm>
            <a:off x="428925" y="685800"/>
            <a:ext cx="6000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dda968a33a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da968a33a_0_125:notes"/>
          <p:cNvSpPr/>
          <p:nvPr>
            <p:ph idx="2" type="sldImg"/>
          </p:nvPr>
        </p:nvSpPr>
        <p:spPr>
          <a:xfrm>
            <a:off x="428925" y="685800"/>
            <a:ext cx="6000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dda968a33a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57712" y="625365"/>
            <a:ext cx="7044600" cy="1724100"/>
          </a:xfrm>
          <a:prstGeom prst="rect">
            <a:avLst/>
          </a:prstGeom>
        </p:spPr>
        <p:txBody>
          <a:bodyPr anchorCtr="0" anchor="b" bIns="73600" lIns="73600" spcFirstLastPara="1" rIns="73600" wrap="square" tIns="736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57705" y="2380367"/>
            <a:ext cx="7044600" cy="665700"/>
          </a:xfrm>
          <a:prstGeom prst="rect">
            <a:avLst/>
          </a:prstGeom>
        </p:spPr>
        <p:txBody>
          <a:bodyPr anchorCtr="0" anchor="t" bIns="73600" lIns="73600" spcFirstLastPara="1" rIns="73600" wrap="square" tIns="736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7004788" y="3916613"/>
            <a:ext cx="453600" cy="330600"/>
          </a:xfrm>
          <a:prstGeom prst="rect">
            <a:avLst/>
          </a:prstGeom>
        </p:spPr>
        <p:txBody>
          <a:bodyPr anchorCtr="0" anchor="ctr" bIns="73600" lIns="73600" spcFirstLastPara="1" rIns="73600" wrap="square" tIns="736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257705" y="1806488"/>
            <a:ext cx="7044600" cy="707100"/>
          </a:xfrm>
          <a:prstGeom prst="rect">
            <a:avLst/>
          </a:prstGeom>
        </p:spPr>
        <p:txBody>
          <a:bodyPr anchorCtr="0" anchor="ctr" bIns="73600" lIns="73600" spcFirstLastPara="1" rIns="73600" wrap="square" tIns="736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7004788" y="3916613"/>
            <a:ext cx="453600" cy="330600"/>
          </a:xfrm>
          <a:prstGeom prst="rect">
            <a:avLst/>
          </a:prstGeom>
        </p:spPr>
        <p:txBody>
          <a:bodyPr anchorCtr="0" anchor="ctr" bIns="73600" lIns="73600" spcFirstLastPara="1" rIns="73600" wrap="square" tIns="736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257705" y="373774"/>
            <a:ext cx="7044600" cy="480900"/>
          </a:xfrm>
          <a:prstGeom prst="rect">
            <a:avLst/>
          </a:prstGeom>
        </p:spPr>
        <p:txBody>
          <a:bodyPr anchorCtr="0" anchor="t" bIns="73600" lIns="73600" spcFirstLastPara="1" rIns="73600" wrap="square" tIns="736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257705" y="967958"/>
            <a:ext cx="7044600" cy="2869500"/>
          </a:xfrm>
          <a:prstGeom prst="rect">
            <a:avLst/>
          </a:prstGeom>
        </p:spPr>
        <p:txBody>
          <a:bodyPr anchorCtr="0" anchor="t" bIns="73600" lIns="73600" spcFirstLastPara="1" rIns="73600" wrap="square" tIns="7360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7004788" y="3916613"/>
            <a:ext cx="453600" cy="330600"/>
          </a:xfrm>
          <a:prstGeom prst="rect">
            <a:avLst/>
          </a:prstGeom>
        </p:spPr>
        <p:txBody>
          <a:bodyPr anchorCtr="0" anchor="ctr" bIns="73600" lIns="73600" spcFirstLastPara="1" rIns="73600" wrap="square" tIns="736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57705" y="373774"/>
            <a:ext cx="7044600" cy="480900"/>
          </a:xfrm>
          <a:prstGeom prst="rect">
            <a:avLst/>
          </a:prstGeom>
        </p:spPr>
        <p:txBody>
          <a:bodyPr anchorCtr="0" anchor="t" bIns="73600" lIns="73600" spcFirstLastPara="1" rIns="73600" wrap="square" tIns="736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57705" y="967958"/>
            <a:ext cx="3306900" cy="2869500"/>
          </a:xfrm>
          <a:prstGeom prst="rect">
            <a:avLst/>
          </a:prstGeom>
        </p:spPr>
        <p:txBody>
          <a:bodyPr anchorCtr="0" anchor="t" bIns="73600" lIns="73600" spcFirstLastPara="1" rIns="73600" wrap="square" tIns="73600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3995291" y="967958"/>
            <a:ext cx="3306900" cy="2869500"/>
          </a:xfrm>
          <a:prstGeom prst="rect">
            <a:avLst/>
          </a:prstGeom>
        </p:spPr>
        <p:txBody>
          <a:bodyPr anchorCtr="0" anchor="t" bIns="73600" lIns="73600" spcFirstLastPara="1" rIns="73600" wrap="square" tIns="73600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7004788" y="3916613"/>
            <a:ext cx="453600" cy="330600"/>
          </a:xfrm>
          <a:prstGeom prst="rect">
            <a:avLst/>
          </a:prstGeom>
        </p:spPr>
        <p:txBody>
          <a:bodyPr anchorCtr="0" anchor="ctr" bIns="73600" lIns="73600" spcFirstLastPara="1" rIns="73600" wrap="square" tIns="736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257705" y="373774"/>
            <a:ext cx="7044600" cy="480900"/>
          </a:xfrm>
          <a:prstGeom prst="rect">
            <a:avLst/>
          </a:prstGeom>
        </p:spPr>
        <p:txBody>
          <a:bodyPr anchorCtr="0" anchor="t" bIns="73600" lIns="73600" spcFirstLastPara="1" rIns="73600" wrap="square" tIns="736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7004788" y="3916613"/>
            <a:ext cx="453600" cy="330600"/>
          </a:xfrm>
          <a:prstGeom prst="rect">
            <a:avLst/>
          </a:prstGeom>
        </p:spPr>
        <p:txBody>
          <a:bodyPr anchorCtr="0" anchor="ctr" bIns="73600" lIns="73600" spcFirstLastPara="1" rIns="73600" wrap="square" tIns="736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257705" y="466646"/>
            <a:ext cx="2321700" cy="634800"/>
          </a:xfrm>
          <a:prstGeom prst="rect">
            <a:avLst/>
          </a:prstGeom>
        </p:spPr>
        <p:txBody>
          <a:bodyPr anchorCtr="0" anchor="b" bIns="73600" lIns="73600" spcFirstLastPara="1" rIns="73600" wrap="square" tIns="736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257705" y="1167118"/>
            <a:ext cx="2321700" cy="2670300"/>
          </a:xfrm>
          <a:prstGeom prst="rect">
            <a:avLst/>
          </a:prstGeom>
        </p:spPr>
        <p:txBody>
          <a:bodyPr anchorCtr="0" anchor="t" bIns="73600" lIns="73600" spcFirstLastPara="1" rIns="73600" wrap="square" tIns="736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7004788" y="3916613"/>
            <a:ext cx="453600" cy="330600"/>
          </a:xfrm>
          <a:prstGeom prst="rect">
            <a:avLst/>
          </a:prstGeom>
        </p:spPr>
        <p:txBody>
          <a:bodyPr anchorCtr="0" anchor="ctr" bIns="73600" lIns="73600" spcFirstLastPara="1" rIns="73600" wrap="square" tIns="736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05325" y="378079"/>
            <a:ext cx="5264700" cy="3435900"/>
          </a:xfrm>
          <a:prstGeom prst="rect">
            <a:avLst/>
          </a:prstGeom>
        </p:spPr>
        <p:txBody>
          <a:bodyPr anchorCtr="0" anchor="ctr" bIns="73600" lIns="73600" spcFirstLastPara="1" rIns="73600" wrap="square" tIns="736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1pPr>
            <a:lvl2pPr lvl="1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7004788" y="3916613"/>
            <a:ext cx="453600" cy="330600"/>
          </a:xfrm>
          <a:prstGeom prst="rect">
            <a:avLst/>
          </a:prstGeom>
        </p:spPr>
        <p:txBody>
          <a:bodyPr anchorCtr="0" anchor="ctr" bIns="73600" lIns="73600" spcFirstLastPara="1" rIns="73600" wrap="square" tIns="736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780000" y="-105"/>
            <a:ext cx="3780000" cy="432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73600" lIns="73600" spcFirstLastPara="1" rIns="73600" wrap="square" tIns="73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19508" y="1035738"/>
            <a:ext cx="3344400" cy="1245000"/>
          </a:xfrm>
          <a:prstGeom prst="rect">
            <a:avLst/>
          </a:prstGeom>
        </p:spPr>
        <p:txBody>
          <a:bodyPr anchorCtr="0" anchor="b" bIns="73600" lIns="73600" spcFirstLastPara="1" rIns="73600" wrap="square" tIns="736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2pPr>
            <a:lvl3pPr lvl="2" algn="ctr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3pPr>
            <a:lvl4pPr lvl="3" algn="ctr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4pPr>
            <a:lvl5pPr lvl="4" algn="ctr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5pPr>
            <a:lvl6pPr lvl="5" algn="ctr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6pPr>
            <a:lvl7pPr lvl="6" algn="ctr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7pPr>
            <a:lvl8pPr lvl="7" algn="ctr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8pPr>
            <a:lvl9pPr lvl="8" algn="ctr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19508" y="2354289"/>
            <a:ext cx="3344400" cy="1037400"/>
          </a:xfrm>
          <a:prstGeom prst="rect">
            <a:avLst/>
          </a:prstGeom>
        </p:spPr>
        <p:txBody>
          <a:bodyPr anchorCtr="0" anchor="t" bIns="73600" lIns="73600" spcFirstLastPara="1" rIns="73600" wrap="square" tIns="736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083839" y="608147"/>
            <a:ext cx="3172500" cy="3103500"/>
          </a:xfrm>
          <a:prstGeom prst="rect">
            <a:avLst/>
          </a:prstGeom>
        </p:spPr>
        <p:txBody>
          <a:bodyPr anchorCtr="0" anchor="ctr" bIns="73600" lIns="73600" spcFirstLastPara="1" rIns="73600" wrap="square" tIns="7360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7004788" y="3916613"/>
            <a:ext cx="453600" cy="330600"/>
          </a:xfrm>
          <a:prstGeom prst="rect">
            <a:avLst/>
          </a:prstGeom>
        </p:spPr>
        <p:txBody>
          <a:bodyPr anchorCtr="0" anchor="ctr" bIns="73600" lIns="73600" spcFirstLastPara="1" rIns="73600" wrap="square" tIns="736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257705" y="3553239"/>
            <a:ext cx="4959600" cy="508200"/>
          </a:xfrm>
          <a:prstGeom prst="rect">
            <a:avLst/>
          </a:prstGeom>
        </p:spPr>
        <p:txBody>
          <a:bodyPr anchorCtr="0" anchor="ctr" bIns="73600" lIns="73600" spcFirstLastPara="1" rIns="73600" wrap="square" tIns="736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7004788" y="3916613"/>
            <a:ext cx="453600" cy="330600"/>
          </a:xfrm>
          <a:prstGeom prst="rect">
            <a:avLst/>
          </a:prstGeom>
        </p:spPr>
        <p:txBody>
          <a:bodyPr anchorCtr="0" anchor="ctr" bIns="73600" lIns="73600" spcFirstLastPara="1" rIns="73600" wrap="square" tIns="736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257705" y="929029"/>
            <a:ext cx="7044600" cy="1649100"/>
          </a:xfrm>
          <a:prstGeom prst="rect">
            <a:avLst/>
          </a:prstGeom>
        </p:spPr>
        <p:txBody>
          <a:bodyPr anchorCtr="0" anchor="b" bIns="73600" lIns="73600" spcFirstLastPara="1" rIns="73600" wrap="square" tIns="736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700"/>
              <a:buNone/>
              <a:defRPr sz="9700"/>
            </a:lvl1pPr>
            <a:lvl2pPr lvl="1" algn="ctr">
              <a:spcBef>
                <a:spcPts val="0"/>
              </a:spcBef>
              <a:spcAft>
                <a:spcPts val="0"/>
              </a:spcAft>
              <a:buSzPts val="9700"/>
              <a:buNone/>
              <a:defRPr sz="9700"/>
            </a:lvl2pPr>
            <a:lvl3pPr lvl="2" algn="ctr">
              <a:spcBef>
                <a:spcPts val="0"/>
              </a:spcBef>
              <a:spcAft>
                <a:spcPts val="0"/>
              </a:spcAft>
              <a:buSzPts val="9700"/>
              <a:buNone/>
              <a:defRPr sz="9700"/>
            </a:lvl3pPr>
            <a:lvl4pPr lvl="3" algn="ctr">
              <a:spcBef>
                <a:spcPts val="0"/>
              </a:spcBef>
              <a:spcAft>
                <a:spcPts val="0"/>
              </a:spcAft>
              <a:buSzPts val="9700"/>
              <a:buNone/>
              <a:defRPr sz="9700"/>
            </a:lvl4pPr>
            <a:lvl5pPr lvl="4" algn="ctr">
              <a:spcBef>
                <a:spcPts val="0"/>
              </a:spcBef>
              <a:spcAft>
                <a:spcPts val="0"/>
              </a:spcAft>
              <a:buSzPts val="9700"/>
              <a:buNone/>
              <a:defRPr sz="9700"/>
            </a:lvl5pPr>
            <a:lvl6pPr lvl="5" algn="ctr">
              <a:spcBef>
                <a:spcPts val="0"/>
              </a:spcBef>
              <a:spcAft>
                <a:spcPts val="0"/>
              </a:spcAft>
              <a:buSzPts val="9700"/>
              <a:buNone/>
              <a:defRPr sz="9700"/>
            </a:lvl6pPr>
            <a:lvl7pPr lvl="6" algn="ctr">
              <a:spcBef>
                <a:spcPts val="0"/>
              </a:spcBef>
              <a:spcAft>
                <a:spcPts val="0"/>
              </a:spcAft>
              <a:buSzPts val="9700"/>
              <a:buNone/>
              <a:defRPr sz="9700"/>
            </a:lvl7pPr>
            <a:lvl8pPr lvl="7" algn="ctr">
              <a:spcBef>
                <a:spcPts val="0"/>
              </a:spcBef>
              <a:spcAft>
                <a:spcPts val="0"/>
              </a:spcAft>
              <a:buSzPts val="9700"/>
              <a:buNone/>
              <a:defRPr sz="9700"/>
            </a:lvl8pPr>
            <a:lvl9pPr lvl="8" algn="ctr">
              <a:spcBef>
                <a:spcPts val="0"/>
              </a:spcBef>
              <a:spcAft>
                <a:spcPts val="0"/>
              </a:spcAft>
              <a:buSzPts val="9700"/>
              <a:buNone/>
              <a:defRPr sz="97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257705" y="2647538"/>
            <a:ext cx="7044600" cy="1092600"/>
          </a:xfrm>
          <a:prstGeom prst="rect">
            <a:avLst/>
          </a:prstGeom>
        </p:spPr>
        <p:txBody>
          <a:bodyPr anchorCtr="0" anchor="t" bIns="73600" lIns="73600" spcFirstLastPara="1" rIns="73600" wrap="square" tIns="73600">
            <a:norm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7004788" y="3916613"/>
            <a:ext cx="453600" cy="330600"/>
          </a:xfrm>
          <a:prstGeom prst="rect">
            <a:avLst/>
          </a:prstGeom>
        </p:spPr>
        <p:txBody>
          <a:bodyPr anchorCtr="0" anchor="ctr" bIns="73600" lIns="73600" spcFirstLastPara="1" rIns="73600" wrap="square" tIns="736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7004788" y="3916613"/>
            <a:ext cx="453600" cy="330600"/>
          </a:xfrm>
          <a:prstGeom prst="rect">
            <a:avLst/>
          </a:prstGeom>
        </p:spPr>
        <p:txBody>
          <a:bodyPr anchorCtr="0" anchor="ctr" bIns="73600" lIns="73600" spcFirstLastPara="1" rIns="73600" wrap="square" tIns="736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373774"/>
            <a:ext cx="7044600" cy="4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600" lIns="73600" spcFirstLastPara="1" rIns="73600" wrap="square" tIns="736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967958"/>
            <a:ext cx="7044600" cy="28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73600" lIns="73600" spcFirstLastPara="1" rIns="73600" wrap="square" tIns="73600">
            <a:norm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 sz="1100">
                <a:solidFill>
                  <a:schemeClr val="dk2"/>
                </a:solidFill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 sz="1100">
                <a:solidFill>
                  <a:schemeClr val="dk2"/>
                </a:solidFill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 sz="1100">
                <a:solidFill>
                  <a:schemeClr val="dk2"/>
                </a:solidFill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 sz="1100">
                <a:solidFill>
                  <a:schemeClr val="dk2"/>
                </a:solidFill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 sz="1100">
                <a:solidFill>
                  <a:schemeClr val="dk2"/>
                </a:solidFill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 sz="1100">
                <a:solidFill>
                  <a:schemeClr val="dk2"/>
                </a:solidFill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 sz="1100">
                <a:solidFill>
                  <a:schemeClr val="dk2"/>
                </a:solidFill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 sz="11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3916613"/>
            <a:ext cx="453600" cy="3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600" lIns="73600" spcFirstLastPara="1" rIns="73600" wrap="square" tIns="73600">
            <a:normAutofit/>
          </a:bodyPr>
          <a:lstStyle>
            <a:lvl1pPr lvl="0" algn="r">
              <a:buNone/>
              <a:defRPr sz="800">
                <a:solidFill>
                  <a:schemeClr val="dk2"/>
                </a:solidFill>
              </a:defRPr>
            </a:lvl1pPr>
            <a:lvl2pPr lvl="1" algn="r">
              <a:buNone/>
              <a:defRPr sz="800">
                <a:solidFill>
                  <a:schemeClr val="dk2"/>
                </a:solidFill>
              </a:defRPr>
            </a:lvl2pPr>
            <a:lvl3pPr lvl="2" algn="r">
              <a:buNone/>
              <a:defRPr sz="800">
                <a:solidFill>
                  <a:schemeClr val="dk2"/>
                </a:solidFill>
              </a:defRPr>
            </a:lvl3pPr>
            <a:lvl4pPr lvl="3" algn="r">
              <a:buNone/>
              <a:defRPr sz="800">
                <a:solidFill>
                  <a:schemeClr val="dk2"/>
                </a:solidFill>
              </a:defRPr>
            </a:lvl4pPr>
            <a:lvl5pPr lvl="4" algn="r">
              <a:buNone/>
              <a:defRPr sz="800">
                <a:solidFill>
                  <a:schemeClr val="dk2"/>
                </a:solidFill>
              </a:defRPr>
            </a:lvl5pPr>
            <a:lvl6pPr lvl="5" algn="r">
              <a:buNone/>
              <a:defRPr sz="800">
                <a:solidFill>
                  <a:schemeClr val="dk2"/>
                </a:solidFill>
              </a:defRPr>
            </a:lvl6pPr>
            <a:lvl7pPr lvl="6" algn="r">
              <a:buNone/>
              <a:defRPr sz="800">
                <a:solidFill>
                  <a:schemeClr val="dk2"/>
                </a:solidFill>
              </a:defRPr>
            </a:lvl7pPr>
            <a:lvl8pPr lvl="7" algn="r">
              <a:buNone/>
              <a:defRPr sz="800">
                <a:solidFill>
                  <a:schemeClr val="dk2"/>
                </a:solidFill>
              </a:defRPr>
            </a:lvl8pPr>
            <a:lvl9pPr lvl="8" algn="r">
              <a:buNone/>
              <a:defRPr sz="8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7.png"/><Relationship Id="rId5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438700" y="2812150"/>
            <a:ext cx="3810600" cy="686100"/>
          </a:xfrm>
          <a:prstGeom prst="rect">
            <a:avLst/>
          </a:prstGeom>
        </p:spPr>
        <p:txBody>
          <a:bodyPr anchorCtr="0" anchor="b" bIns="73600" lIns="73600" spcFirstLastPara="1" rIns="73600" wrap="square" tIns="73600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>
                <a:solidFill>
                  <a:schemeClr val="dk2"/>
                </a:solidFill>
              </a:rPr>
              <a:t> Salvador Galán Brenes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>
                <a:solidFill>
                  <a:schemeClr val="dk2"/>
                </a:solidFill>
              </a:rPr>
              <a:t>	Jose María Martín Martinez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>
                <a:solidFill>
                  <a:schemeClr val="dk2"/>
                </a:solidFill>
              </a:rPr>
              <a:t>	Antonio Gómez Garcerán</a:t>
            </a:r>
            <a:endParaRPr sz="1800">
              <a:solidFill>
                <a:srgbClr val="002E4C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55" name="Google Shape;55;p13"/>
          <p:cNvSpPr txBox="1"/>
          <p:nvPr>
            <p:ph type="ctrTitle"/>
          </p:nvPr>
        </p:nvSpPr>
        <p:spPr>
          <a:xfrm>
            <a:off x="3438700" y="3443100"/>
            <a:ext cx="3810600" cy="599700"/>
          </a:xfrm>
          <a:prstGeom prst="rect">
            <a:avLst/>
          </a:prstGeom>
        </p:spPr>
        <p:txBody>
          <a:bodyPr anchorCtr="0" anchor="t" bIns="73600" lIns="73600" spcFirstLastPara="1" rIns="73600" wrap="square" tIns="73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02E4C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Code Smells</a:t>
            </a:r>
            <a:endParaRPr sz="1500">
              <a:solidFill>
                <a:srgbClr val="002E4C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512" y="2440012"/>
            <a:ext cx="2191498" cy="627076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/>
          <p:nvPr/>
        </p:nvSpPr>
        <p:spPr>
          <a:xfrm>
            <a:off x="3086000" y="2501650"/>
            <a:ext cx="29700" cy="1503900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86011" y="315217"/>
            <a:ext cx="4119925" cy="2496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213063" y="313931"/>
            <a:ext cx="5824200" cy="403800"/>
          </a:xfrm>
          <a:prstGeom prst="rect">
            <a:avLst/>
          </a:prstGeom>
        </p:spPr>
        <p:txBody>
          <a:bodyPr anchorCtr="0" anchor="t" bIns="73600" lIns="73600" spcFirstLastPara="1" rIns="73600" wrap="square" tIns="736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Bloaters</a:t>
            </a:r>
            <a:endParaRPr/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257705" y="987990"/>
            <a:ext cx="2226900" cy="1218900"/>
          </a:xfrm>
          <a:prstGeom prst="rect">
            <a:avLst/>
          </a:prstGeom>
        </p:spPr>
        <p:txBody>
          <a:bodyPr anchorCtr="0" anchor="t" bIns="73600" lIns="73600" spcFirstLastPara="1" rIns="73600" wrap="square" tIns="736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1.Long Method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/>
              <a:t>2.Large Class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s"/>
              <a:t>5.Long Parameter List</a:t>
            </a:r>
            <a:endParaRPr/>
          </a:p>
        </p:txBody>
      </p:sp>
      <p:pic>
        <p:nvPicPr>
          <p:cNvPr id="65" name="Google Shape;6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8578" y="12472"/>
            <a:ext cx="3303712" cy="422794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257705" y="2727412"/>
            <a:ext cx="35835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76000" lIns="76000" spcFirstLastPara="1" rIns="76000" wrap="square" tIns="7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</a:rPr>
              <a:t>-All the code is in 1 class</a:t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213063" y="313931"/>
            <a:ext cx="5824200" cy="403800"/>
          </a:xfrm>
          <a:prstGeom prst="rect">
            <a:avLst/>
          </a:prstGeom>
        </p:spPr>
        <p:txBody>
          <a:bodyPr anchorCtr="0" anchor="t" bIns="73600" lIns="73600" spcFirstLastPara="1" rIns="73600" wrap="square" tIns="736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Dispensables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257705" y="967958"/>
            <a:ext cx="2246700" cy="2869500"/>
          </a:xfrm>
          <a:prstGeom prst="rect">
            <a:avLst/>
          </a:prstGeom>
        </p:spPr>
        <p:txBody>
          <a:bodyPr anchorCtr="0" anchor="t" bIns="73600" lIns="73600" spcFirstLastPara="1" rIns="73600" wrap="square" tIns="736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3.Duplicate Code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/>
              <a:t>7.Dead Code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s"/>
              <a:t>8.Obvious Comments</a:t>
            </a:r>
            <a:endParaRPr/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9116" y="854782"/>
            <a:ext cx="3291750" cy="41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09116" y="1328093"/>
            <a:ext cx="4324884" cy="1637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09116" y="3100829"/>
            <a:ext cx="3559500" cy="55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257705" y="353785"/>
            <a:ext cx="7044600" cy="480900"/>
          </a:xfrm>
          <a:prstGeom prst="rect">
            <a:avLst/>
          </a:prstGeom>
        </p:spPr>
        <p:txBody>
          <a:bodyPr anchorCtr="0" anchor="t" bIns="73600" lIns="73600" spcFirstLastPara="1" rIns="73600" wrap="square" tIns="736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Obfuscators and Test Automation Smells</a:t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257705" y="967958"/>
            <a:ext cx="2226900" cy="2869500"/>
          </a:xfrm>
          <a:prstGeom prst="rect">
            <a:avLst/>
          </a:prstGeom>
        </p:spPr>
        <p:txBody>
          <a:bodyPr anchorCtr="0" anchor="t" bIns="73600" lIns="73600" spcFirstLastPara="1" rIns="73600" wrap="square" tIns="736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4.Magic Numbers and Strings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/>
              <a:t>6.Hardcoded Sleeps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s"/>
              <a:t>9.Inconsistent/Poor Naming</a:t>
            </a:r>
            <a:endParaRPr/>
          </a:p>
        </p:txBody>
      </p:sp>
      <p:pic>
        <p:nvPicPr>
          <p:cNvPr id="82" name="Google Shape;8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0531" y="962793"/>
            <a:ext cx="4315500" cy="33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10531" y="1426793"/>
            <a:ext cx="4039875" cy="36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10531" y="1993827"/>
            <a:ext cx="4949468" cy="10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213063" y="313931"/>
            <a:ext cx="5824200" cy="403800"/>
          </a:xfrm>
          <a:prstGeom prst="rect">
            <a:avLst/>
          </a:prstGeom>
        </p:spPr>
        <p:txBody>
          <a:bodyPr anchorCtr="0" anchor="t" bIns="73600" lIns="73600" spcFirstLastPara="1" rIns="73600" wrap="square" tIns="736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Object-Orientation Abusers</a:t>
            </a:r>
            <a:endParaRPr/>
          </a:p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257705" y="967958"/>
            <a:ext cx="2108700" cy="2869500"/>
          </a:xfrm>
          <a:prstGeom prst="rect">
            <a:avLst/>
          </a:prstGeom>
        </p:spPr>
        <p:txBody>
          <a:bodyPr anchorCtr="0" anchor="t" bIns="73600" lIns="73600" spcFirstLastPara="1" rIns="73600" wrap="square" tIns="736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s"/>
              <a:t>10.Primitive Obsession</a:t>
            </a:r>
            <a:endParaRPr/>
          </a:p>
        </p:txBody>
      </p:sp>
      <p:pic>
        <p:nvPicPr>
          <p:cNvPr id="91" name="Google Shape;9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3205" y="1062362"/>
            <a:ext cx="4666796" cy="9371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257705" y="326089"/>
            <a:ext cx="7044600" cy="480900"/>
          </a:xfrm>
          <a:prstGeom prst="rect">
            <a:avLst/>
          </a:prstGeom>
        </p:spPr>
        <p:txBody>
          <a:bodyPr anchorCtr="0" anchor="t" bIns="73600" lIns="73600" spcFirstLastPara="1" rIns="73600" wrap="square" tIns="736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Solutions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257705" y="392861"/>
            <a:ext cx="7044600" cy="480900"/>
          </a:xfrm>
          <a:prstGeom prst="rect">
            <a:avLst/>
          </a:prstGeom>
        </p:spPr>
        <p:txBody>
          <a:bodyPr anchorCtr="0" anchor="t" bIns="73600" lIns="73600" spcFirstLastPara="1" rIns="73600" wrap="square" tIns="736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Extract Method and class</a:t>
            </a:r>
            <a:endParaRPr/>
          </a:p>
        </p:txBody>
      </p:sp>
      <p:pic>
        <p:nvPicPr>
          <p:cNvPr id="102" name="Google Shape;10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562" y="783244"/>
            <a:ext cx="5878430" cy="2710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000" y="128000"/>
            <a:ext cx="7288042" cy="4000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213063" y="812983"/>
            <a:ext cx="5824200" cy="2410200"/>
          </a:xfrm>
          <a:prstGeom prst="rect">
            <a:avLst/>
          </a:prstGeom>
        </p:spPr>
        <p:txBody>
          <a:bodyPr anchorCtr="0" anchor="t" bIns="73600" lIns="73600" spcFirstLastPara="1" rIns="73600" wrap="square" tIns="736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s"/>
              <a:t>We will break down the main into smaller pieces of code to solve the </a:t>
            </a:r>
            <a:r>
              <a:rPr b="1" lang="es"/>
              <a:t>Long Method</a:t>
            </a:r>
            <a:r>
              <a:rPr lang="es"/>
              <a:t> and </a:t>
            </a:r>
            <a:r>
              <a:rPr b="1" lang="es"/>
              <a:t>Large Class</a:t>
            </a:r>
            <a:r>
              <a:rPr lang="es"/>
              <a:t>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213063" y="313931"/>
            <a:ext cx="5824200" cy="403800"/>
          </a:xfrm>
          <a:prstGeom prst="rect">
            <a:avLst/>
          </a:prstGeom>
        </p:spPr>
        <p:txBody>
          <a:bodyPr anchorCtr="0" anchor="t" bIns="73600" lIns="73600" spcFirstLastPara="1" rIns="73600" wrap="square" tIns="736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Introduce Parameter Object</a:t>
            </a:r>
            <a:endParaRPr/>
          </a:p>
        </p:txBody>
      </p:sp>
      <p:pic>
        <p:nvPicPr>
          <p:cNvPr id="118" name="Google Shape;11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000" y="982782"/>
            <a:ext cx="7307999" cy="498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000" y="1617562"/>
            <a:ext cx="6838473" cy="25342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idx="1" type="body"/>
          </p:nvPr>
        </p:nvSpPr>
        <p:spPr>
          <a:xfrm>
            <a:off x="257705" y="513050"/>
            <a:ext cx="7044600" cy="2869500"/>
          </a:xfrm>
          <a:prstGeom prst="rect">
            <a:avLst/>
          </a:prstGeom>
        </p:spPr>
        <p:txBody>
          <a:bodyPr anchorCtr="0" anchor="t" bIns="73600" lIns="73600" spcFirstLastPara="1" rIns="73600" wrap="square" tIns="736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s"/>
              <a:t>We will create a class to handle the form data, solving the </a:t>
            </a:r>
            <a:r>
              <a:rPr b="1" lang="es"/>
              <a:t>Long Parameter List </a:t>
            </a:r>
            <a:r>
              <a:rPr lang="es"/>
              <a:t>and </a:t>
            </a:r>
            <a:r>
              <a:rPr b="1" lang="es"/>
              <a:t>Primitive Obsession.</a:t>
            </a:r>
            <a:endParaRPr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213063" y="313931"/>
            <a:ext cx="5824200" cy="403800"/>
          </a:xfrm>
          <a:prstGeom prst="rect">
            <a:avLst/>
          </a:prstGeom>
        </p:spPr>
        <p:txBody>
          <a:bodyPr anchorCtr="0" anchor="t" bIns="73600" lIns="73600" spcFirstLastPara="1" rIns="73600" wrap="square" tIns="736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Extract Variables/Constants</a:t>
            </a:r>
            <a:endParaRPr/>
          </a:p>
        </p:txBody>
      </p:sp>
      <p:sp>
        <p:nvSpPr>
          <p:cNvPr id="130" name="Google Shape;130;p24"/>
          <p:cNvSpPr txBox="1"/>
          <p:nvPr>
            <p:ph idx="1" type="body"/>
          </p:nvPr>
        </p:nvSpPr>
        <p:spPr>
          <a:xfrm>
            <a:off x="257705" y="2672945"/>
            <a:ext cx="7044600" cy="1164300"/>
          </a:xfrm>
          <a:prstGeom prst="rect">
            <a:avLst/>
          </a:prstGeom>
        </p:spPr>
        <p:txBody>
          <a:bodyPr anchorCtr="0" anchor="t" bIns="73600" lIns="73600" spcFirstLastPara="1" rIns="73600" wrap="square" tIns="736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s"/>
              <a:t>We will move hardcoded URLs to solve Magic </a:t>
            </a:r>
            <a:r>
              <a:rPr b="1" lang="es"/>
              <a:t>Numbers and Strings.</a:t>
            </a:r>
            <a:endParaRPr b="1"/>
          </a:p>
        </p:txBody>
      </p:sp>
      <p:pic>
        <p:nvPicPr>
          <p:cNvPr id="131" name="Google Shape;13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000" y="982782"/>
            <a:ext cx="5496750" cy="16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/>
          <p:nvPr>
            <p:ph type="title"/>
          </p:nvPr>
        </p:nvSpPr>
        <p:spPr>
          <a:xfrm>
            <a:off x="213063" y="313931"/>
            <a:ext cx="5824200" cy="403800"/>
          </a:xfrm>
          <a:prstGeom prst="rect">
            <a:avLst/>
          </a:prstGeom>
        </p:spPr>
        <p:txBody>
          <a:bodyPr anchorCtr="0" anchor="t" bIns="73600" lIns="73600" spcFirstLastPara="1" rIns="73600" wrap="square" tIns="736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Rename Variables</a:t>
            </a:r>
            <a:endParaRPr/>
          </a:p>
        </p:txBody>
      </p:sp>
      <p:pic>
        <p:nvPicPr>
          <p:cNvPr id="137" name="Google Shape;13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000" y="982782"/>
            <a:ext cx="5087250" cy="68512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5"/>
          <p:cNvSpPr txBox="1"/>
          <p:nvPr/>
        </p:nvSpPr>
        <p:spPr>
          <a:xfrm>
            <a:off x="404560" y="2720000"/>
            <a:ext cx="6438900" cy="8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76000" lIns="76000" spcFirstLastPara="1" rIns="76000" wrap="square" tIns="7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</a:rPr>
              <a:t>We give the variables descriptive names fixing</a:t>
            </a:r>
            <a:r>
              <a:rPr b="1" lang="es" sz="1500">
                <a:solidFill>
                  <a:schemeClr val="dk2"/>
                </a:solidFill>
              </a:rPr>
              <a:t> Inconsistent/Poor Naming</a:t>
            </a:r>
            <a:endParaRPr b="1"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 txBox="1"/>
          <p:nvPr>
            <p:ph type="title"/>
          </p:nvPr>
        </p:nvSpPr>
        <p:spPr>
          <a:xfrm>
            <a:off x="213063" y="313931"/>
            <a:ext cx="5824200" cy="403800"/>
          </a:xfrm>
          <a:prstGeom prst="rect">
            <a:avLst/>
          </a:prstGeom>
        </p:spPr>
        <p:txBody>
          <a:bodyPr anchorCtr="0" anchor="t" bIns="73600" lIns="73600" spcFirstLastPara="1" rIns="73600" wrap="square" tIns="736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Remove Dispensables</a:t>
            </a:r>
            <a:endParaRPr/>
          </a:p>
        </p:txBody>
      </p:sp>
      <p:sp>
        <p:nvSpPr>
          <p:cNvPr id="144" name="Google Shape;144;p26"/>
          <p:cNvSpPr txBox="1"/>
          <p:nvPr>
            <p:ph idx="1" type="body"/>
          </p:nvPr>
        </p:nvSpPr>
        <p:spPr>
          <a:xfrm>
            <a:off x="257705" y="3049407"/>
            <a:ext cx="7044600" cy="787800"/>
          </a:xfrm>
          <a:prstGeom prst="rect">
            <a:avLst/>
          </a:prstGeom>
        </p:spPr>
        <p:txBody>
          <a:bodyPr anchorCtr="0" anchor="t" bIns="73600" lIns="73600" spcFirstLastPara="1" rIns="73600" wrap="square" tIns="736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s"/>
              <a:t>We will delete </a:t>
            </a:r>
            <a:r>
              <a:rPr b="1" lang="es"/>
              <a:t>Dead Code</a:t>
            </a:r>
            <a:r>
              <a:rPr lang="es"/>
              <a:t> and </a:t>
            </a:r>
            <a:r>
              <a:rPr b="1" lang="es"/>
              <a:t>Obvious Comments</a:t>
            </a:r>
            <a:r>
              <a:rPr lang="es"/>
              <a:t>, then we extract the </a:t>
            </a:r>
            <a:r>
              <a:rPr b="1" lang="es"/>
              <a:t>Duplicate Codes</a:t>
            </a:r>
            <a:r>
              <a:rPr lang="es"/>
              <a:t> into reusable methods.</a:t>
            </a:r>
            <a:endParaRPr/>
          </a:p>
        </p:txBody>
      </p:sp>
      <p:pic>
        <p:nvPicPr>
          <p:cNvPr id="145" name="Google Shape;14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000" y="982782"/>
            <a:ext cx="5953500" cy="107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/>
          <p:nvPr>
            <p:ph type="title"/>
          </p:nvPr>
        </p:nvSpPr>
        <p:spPr>
          <a:xfrm>
            <a:off x="213063" y="313931"/>
            <a:ext cx="5824200" cy="403800"/>
          </a:xfrm>
          <a:prstGeom prst="rect">
            <a:avLst/>
          </a:prstGeom>
        </p:spPr>
        <p:txBody>
          <a:bodyPr anchorCtr="0" anchor="t" bIns="73600" lIns="73600" spcFirstLastPara="1" rIns="73600" wrap="square" tIns="736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Implement Explicits Waits</a:t>
            </a:r>
            <a:endParaRPr/>
          </a:p>
        </p:txBody>
      </p:sp>
      <p:sp>
        <p:nvSpPr>
          <p:cNvPr id="151" name="Google Shape;151;p27"/>
          <p:cNvSpPr txBox="1"/>
          <p:nvPr>
            <p:ph idx="1" type="body"/>
          </p:nvPr>
        </p:nvSpPr>
        <p:spPr>
          <a:xfrm>
            <a:off x="257705" y="2641575"/>
            <a:ext cx="7044600" cy="1195800"/>
          </a:xfrm>
          <a:prstGeom prst="rect">
            <a:avLst/>
          </a:prstGeom>
        </p:spPr>
        <p:txBody>
          <a:bodyPr anchorCtr="0" anchor="t" bIns="73600" lIns="73600" spcFirstLastPara="1" rIns="73600" wrap="square" tIns="736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s"/>
              <a:t>We will replace</a:t>
            </a:r>
            <a:r>
              <a:rPr b="1" lang="es"/>
              <a:t> Hardcoded Sleeps</a:t>
            </a:r>
            <a:r>
              <a:rPr lang="es"/>
              <a:t> with the mechanisms of WebDriverWait</a:t>
            </a:r>
            <a:endParaRPr/>
          </a:p>
        </p:txBody>
      </p:sp>
      <p:pic>
        <p:nvPicPr>
          <p:cNvPr id="152" name="Google Shape;15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000" y="982782"/>
            <a:ext cx="6000750" cy="10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